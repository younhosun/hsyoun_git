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337" r:id="rId3"/>
    <p:sldId id="338" r:id="rId4"/>
    <p:sldId id="33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7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67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95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35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75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41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5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4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6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25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30782-C3B9-406C-89A7-9569F8402BC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11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rex99/hello%20repo.git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01991"/>
              </p:ext>
            </p:extLst>
          </p:nvPr>
        </p:nvGraphicFramePr>
        <p:xfrm>
          <a:off x="237478" y="403654"/>
          <a:ext cx="11702988" cy="975360"/>
        </p:xfrm>
        <a:graphic>
          <a:graphicData uri="http://schemas.openxmlformats.org/drawingml/2006/table">
            <a:tbl>
              <a:tblPr/>
              <a:tblGrid>
                <a:gridCol w="345563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824735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1.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버전관리가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무엇인가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최종 산출물까지 </a:t>
                      </a:r>
                      <a:r>
                        <a:rPr lang="ko-KR" altLang="en-US" sz="1000" dirty="0" err="1" smtClean="0"/>
                        <a:t>이를까지의</a:t>
                      </a:r>
                      <a:r>
                        <a:rPr lang="ko-KR" altLang="en-US" sz="1000" dirty="0" smtClean="0"/>
                        <a:t> 산출물들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과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기본 개념 및 그 차이점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버전 관리 기능의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그리고 그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ko-KR" altLang="en-US" sz="1000" dirty="0" smtClean="0"/>
                        <a:t>의 기능을 관리하는 기능의 </a:t>
                      </a:r>
                      <a:r>
                        <a:rPr lang="en-US" altLang="ko-KR" sz="1000" dirty="0" err="1" smtClean="0"/>
                        <a:t>github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3.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계정을 생성 및 기본 환경 설정할 수 있다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17700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1</a:t>
            </a:r>
            <a:r>
              <a:rPr lang="ko-KR" altLang="en-US" sz="1100" b="1" dirty="0" smtClean="0"/>
              <a:t>주차 포트폴리오 개요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9063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319134"/>
              </p:ext>
            </p:extLst>
          </p:nvPr>
        </p:nvGraphicFramePr>
        <p:xfrm>
          <a:off x="237478" y="403654"/>
          <a:ext cx="11702988" cy="4526280"/>
        </p:xfrm>
        <a:graphic>
          <a:graphicData uri="http://schemas.openxmlformats.org/drawingml/2006/table">
            <a:tbl>
              <a:tblPr/>
              <a:tblGrid>
                <a:gridCol w="531994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8304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버전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version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사용자 이름 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name ”</a:t>
                      </a:r>
                      <a:r>
                        <a:rPr lang="en-US" altLang="ko-KR" sz="1000" dirty="0" err="1" smtClean="0"/>
                        <a:t>youn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hosoo</a:t>
                      </a:r>
                      <a:r>
                        <a:rPr lang="en-US" altLang="ko-KR" sz="1000" baseline="0" dirty="0" smtClean="0"/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사용자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e-mail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email</a:t>
                      </a:r>
                      <a:r>
                        <a:rPr lang="en-US" altLang="ko-KR" sz="1000" baseline="0" dirty="0" smtClean="0"/>
                        <a:t> “hsy7401@naver.com”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 내용을 확인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점검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–list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폴더를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d:\my_repo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Mkdir</a:t>
                      </a:r>
                      <a:r>
                        <a:rPr lang="en-US" altLang="ko-KR" sz="100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init</a:t>
                      </a:r>
                      <a:r>
                        <a:rPr lang="en-US" altLang="ko-KR" sz="1000" dirty="0" smtClean="0"/>
                        <a:t> d:\my_repo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staging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저장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commit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status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처음으로 작성된 파일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이란 메시지를 포함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</a:t>
                      </a:r>
                      <a:r>
                        <a:rPr lang="en-US" altLang="ko-KR" sz="1000" baseline="0" dirty="0" smtClean="0"/>
                        <a:t> –m “</a:t>
                      </a:r>
                      <a:r>
                        <a:rPr lang="ko-KR" altLang="en-US" sz="1000" baseline="0" dirty="0" smtClean="0"/>
                        <a:t>처음으로 작성된 파일</a:t>
                      </a:r>
                      <a:r>
                        <a:rPr lang="en-US" altLang="ko-KR" sz="1000" baseline="0" dirty="0" smtClean="0"/>
                        <a:t>＂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변경사항 이력을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 -.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프로젝트 매니저가 출근하면 쭉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훝어보며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상태 점검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–stat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</a:t>
                      </a:r>
                      <a:r>
                        <a:rPr lang="en-US" altLang="ko-KR" sz="1000" dirty="0" err="1" smtClean="0"/>
                        <a:t>oneline</a:t>
                      </a:r>
                      <a:r>
                        <a:rPr lang="en-US" altLang="ko-KR" sz="1000" dirty="0" smtClean="0"/>
                        <a:t> \\ log</a:t>
                      </a:r>
                      <a:r>
                        <a:rPr lang="ko-KR" altLang="en-US" sz="1000" dirty="0" smtClean="0"/>
                        <a:t>의 제목과 </a:t>
                      </a:r>
                      <a:r>
                        <a:rPr lang="ko-KR" altLang="en-US" sz="1000" dirty="0" err="1" smtClean="0"/>
                        <a:t>상태정보만</a:t>
                      </a:r>
                      <a:r>
                        <a:rPr lang="ko-KR" altLang="en-US" sz="1000" dirty="0" smtClean="0"/>
                        <a:t> 확인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946433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실행한 파일을 원복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다른 경우로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최근한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한 파일을 원본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</a:t>
                      </a:r>
                      <a:endParaRPr lang="en-US" altLang="ko-KR" sz="1000" dirty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 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516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log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발생된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메시지를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Fix #3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으로 수정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–amend –m</a:t>
                      </a:r>
                      <a:r>
                        <a:rPr lang="en-US" altLang="ko-KR" sz="1000" baseline="0" dirty="0" smtClean="0"/>
                        <a:t> “Fix #3”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444902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revert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와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다르게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이력이 변경되도록 복원  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reset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2976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2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</a:t>
            </a:r>
            <a:r>
              <a:rPr lang="ko-KR" altLang="en-US" sz="1100" b="1" dirty="0" smtClean="0"/>
              <a:t>의 기본 사용법</a:t>
            </a:r>
            <a:r>
              <a:rPr lang="en-US" altLang="ko-KR" sz="1100" b="1" dirty="0" smtClean="0"/>
              <a:t>(1)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26757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37478" y="403654"/>
          <a:ext cx="11702988" cy="4439920"/>
        </p:xfrm>
        <a:graphic>
          <a:graphicData uri="http://schemas.openxmlformats.org/drawingml/2006/table">
            <a:tbl>
              <a:tblPr/>
              <a:tblGrid>
                <a:gridCol w="531994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8304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# 2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주차 내용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My_repo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디렉토리 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초기화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정의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상태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abc.txt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추가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상태 점검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폴더와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log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정보화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Mkdir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my_repo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init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추가하고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수행하며 로그 메시지는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abc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commit –m “</a:t>
                      </a:r>
                      <a:r>
                        <a:rPr lang="en-US" altLang="ko-KR" sz="1000" baseline="0" dirty="0" err="1" smtClean="0"/>
                        <a:t>abc</a:t>
                      </a:r>
                      <a:r>
                        <a:rPr lang="en-US" altLang="ko-KR" sz="1000" baseline="0" dirty="0" smtClean="0"/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Github</a:t>
                      </a:r>
                      <a:r>
                        <a:rPr lang="ko-KR" altLang="en-US" sz="1000" dirty="0" smtClean="0"/>
                        <a:t>에 </a:t>
                      </a:r>
                      <a:r>
                        <a:rPr lang="en-US" altLang="ko-KR" sz="1000" dirty="0" err="1" smtClean="0"/>
                        <a:t>hello_reop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공간 생성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폴더를 초기화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이란 별칭으로 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와 연결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의 원격 공간은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hello repo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이름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이름을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my_repo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init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remote add origin </a:t>
                      </a:r>
                      <a:r>
                        <a:rPr lang="en-US" altLang="ko-KR" sz="1000" baseline="0" dirty="0" smtClean="0">
                          <a:hlinkClick r:id="rId2"/>
                        </a:rPr>
                        <a:t>https://github.com/trex99/hello </a:t>
                      </a:r>
                      <a:r>
                        <a:rPr lang="en-US" altLang="ko-KR" sz="1000" baseline="0" dirty="0" err="1" smtClean="0">
                          <a:hlinkClick r:id="rId2"/>
                        </a:rPr>
                        <a:t>repo.git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remote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파일을 던진다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main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–u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내용을 댕겨온다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pull origin</a:t>
                      </a:r>
                      <a:r>
                        <a:rPr lang="en-US" altLang="ko-KR" sz="1000" baseline="0" dirty="0" smtClean="0"/>
                        <a:t>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형태로 폴더를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‘first #1’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폴더에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main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이라는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hub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origin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의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branch, main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로컬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내용을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push(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복제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올리기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</a:t>
                      </a:r>
                      <a:r>
                        <a:rPr lang="en-US" altLang="ko-KR" sz="1000" baseline="0" dirty="0" smtClean="0"/>
                        <a:t> ‘first #1’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 –M main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push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3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</a:t>
            </a:r>
            <a:r>
              <a:rPr lang="ko-KR" altLang="en-US" sz="1100" b="1" dirty="0" smtClean="0"/>
              <a:t>의 기본 사용법</a:t>
            </a:r>
            <a:r>
              <a:rPr lang="en-US" altLang="ko-KR" sz="1100" b="1" dirty="0" smtClean="0"/>
              <a:t>(2)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94280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49885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계정으로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repository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를 생성 후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Url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확인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인식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저장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https://github.com/younhosun/hello_repo.git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My_repo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README.md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/>
                        <a:t>Cd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README.md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Local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“create README”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-m "create README"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위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계정으로 생성된 원격지 주소로 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add origin https://github.com/younhosun/hello_repo.git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에러 확인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위의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오류를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피하기 위해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정보를 동기화 진행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origin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main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가져와 현재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브랜치와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병합하는데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두 저장소의 이력이 완전히 달라도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공통 조상이 없어도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강제로 병합해라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pull origin main --allow-unrelated-histories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branch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구조 확인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– main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만 있는 내용을 확인하고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신규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 main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을 생성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branch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저장소의 변경 사항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내용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을 원격 저장소로 업로드하는데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저장소의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이름은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origin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으로 하며 로컬의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main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원격 저장소로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푸시하도록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선언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-u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README,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test.rb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, LICENSE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영역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(staging area)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올리도록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파일들을 저장소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(repository)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"The initial commit of my project" 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프로젝트의 첫 번째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).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README </a:t>
                      </a:r>
                      <a:r>
                        <a:rPr lang="en-US" altLang="ko-KR" sz="1000" dirty="0" err="1" smtClean="0"/>
                        <a:t>test.rb</a:t>
                      </a:r>
                      <a:r>
                        <a:rPr lang="en-US" altLang="ko-KR" sz="1000" dirty="0" smtClean="0"/>
                        <a:t> LICENSE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 ‘The initial commit of my project＇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80099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testing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이라는 새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생성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  <a:r>
                        <a:rPr lang="en-US" altLang="ko-KR" sz="1000" baseline="0" dirty="0" smtClean="0"/>
                        <a:t> testing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07284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방금 만든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testing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작업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이동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checkout testing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3807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test.rb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Vim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에디터로 열어서 수정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Vim </a:t>
                      </a:r>
                      <a:r>
                        <a:rPr lang="en-US" altLang="ko-KR" sz="1000" dirty="0" err="1" smtClean="0"/>
                        <a:t>test.rb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96313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변경된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(tracked)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파일들을 자동으로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add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해서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커밋에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포함하며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메시지를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‘made a change’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–a –m ‘made a</a:t>
                      </a:r>
                      <a:r>
                        <a:rPr lang="en-US" altLang="ko-KR" sz="1000" baseline="0" dirty="0" smtClean="0"/>
                        <a:t> change’</a:t>
                      </a:r>
                      <a:endParaRPr lang="ko-KR" alt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96274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작업 로그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  <a:endParaRPr lang="ko-KR" alt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8232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1739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4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Github</a:t>
            </a:r>
            <a:r>
              <a:rPr lang="en-US" altLang="ko-KR" sz="1100" b="1" dirty="0" smtClean="0"/>
              <a:t> </a:t>
            </a:r>
            <a:r>
              <a:rPr lang="ko-KR" altLang="en-US" sz="1100" b="1" dirty="0" smtClean="0"/>
              <a:t>기본 사용법</a:t>
            </a:r>
            <a:r>
              <a:rPr lang="en-US" altLang="ko-KR" sz="1100" b="1" dirty="0" smtClean="0"/>
              <a:t>(1)</a:t>
            </a:r>
            <a:endParaRPr lang="ko-KR" altLang="en-US" sz="11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46355" y="5499435"/>
          <a:ext cx="11702988" cy="9753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작업</a:t>
                      </a:r>
                      <a:r>
                        <a:rPr lang="ko-KR" altLang="en-US" sz="1000" baseline="0" dirty="0" smtClean="0"/>
                        <a:t> 그룹을 </a:t>
                      </a:r>
                      <a:r>
                        <a:rPr lang="en-US" altLang="ko-KR" sz="1000" baseline="0" dirty="0" smtClean="0"/>
                        <a:t>merge </a:t>
                      </a:r>
                      <a:r>
                        <a:rPr lang="ko-KR" altLang="en-US" sz="1000" baseline="0" dirty="0" smtClean="0"/>
                        <a:t>하는 방법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받을 쪽”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“B”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이동한 후 수행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checkout B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브랜치에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작업했던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변경 사항이 합쳐지도록 선언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merge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저장소에도 반영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B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16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  <a:headEnd type="oval"/>
          <a:tailEnd type="triangle"/>
        </a:ln>
      </a:spPr>
      <a:bodyPr rtlCol="0" anchor="ctr"/>
      <a:lstStyle>
        <a:defPPr algn="ctr">
          <a:defRPr sz="10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08000" indent="-108000">
          <a:spcBef>
            <a:spcPts val="300"/>
          </a:spcBef>
          <a:buFont typeface="Arial" panose="020B0604020202020204" pitchFamily="34" charset="0"/>
          <a:buChar char="•"/>
          <a:defRPr sz="1000" dirty="0" err="1" smtClean="0">
            <a:solidFill>
              <a:srgbClr val="0000F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6348</TotalTime>
  <Words>794</Words>
  <Application>Microsoft Office PowerPoint</Application>
  <PresentationFormat>와이드스크린</PresentationFormat>
  <Paragraphs>139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lang</dc:creator>
  <cp:lastModifiedBy>lang</cp:lastModifiedBy>
  <cp:revision>461</cp:revision>
  <dcterms:created xsi:type="dcterms:W3CDTF">2024-03-27T20:01:07Z</dcterms:created>
  <dcterms:modified xsi:type="dcterms:W3CDTF">2025-11-16T20:54:20Z</dcterms:modified>
</cp:coreProperties>
</file>