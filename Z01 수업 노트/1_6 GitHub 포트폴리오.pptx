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337" r:id="rId3"/>
    <p:sldId id="338" r:id="rId4"/>
    <p:sldId id="339" r:id="rId5"/>
    <p:sldId id="340" r:id="rId6"/>
    <p:sldId id="34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6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7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95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35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75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41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4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5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30782-C3B9-406C-89A7-9569F8402BCE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43ADF-0D1D-4C75-AA81-E51E9B0492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ex99/hello%20repo.gi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1991"/>
              </p:ext>
            </p:extLst>
          </p:nvPr>
        </p:nvGraphicFramePr>
        <p:xfrm>
          <a:off x="237478" y="403654"/>
          <a:ext cx="11702988" cy="975360"/>
        </p:xfrm>
        <a:graphic>
          <a:graphicData uri="http://schemas.openxmlformats.org/drawingml/2006/table">
            <a:tbl>
              <a:tblPr/>
              <a:tblGrid>
                <a:gridCol w="345563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824735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버전관리가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무엇인가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최종 산출물까지 </a:t>
                      </a:r>
                      <a:r>
                        <a:rPr lang="ko-KR" altLang="en-US" sz="1000" dirty="0" err="1" smtClean="0"/>
                        <a:t>이를까지의</a:t>
                      </a:r>
                      <a:r>
                        <a:rPr lang="ko-KR" altLang="en-US" sz="1000" dirty="0" smtClean="0"/>
                        <a:t> 산출물들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기본 개념 및 그 차이점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버전 관리 기능의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그리고 그 </a:t>
                      </a:r>
                      <a:r>
                        <a:rPr lang="en-US" altLang="ko-KR" sz="1000" dirty="0" err="1" smtClean="0"/>
                        <a:t>git</a:t>
                      </a:r>
                      <a:r>
                        <a:rPr lang="ko-KR" altLang="en-US" sz="1000" dirty="0" smtClean="0"/>
                        <a:t>의 기능을 관리하는 기능의 </a:t>
                      </a:r>
                      <a:r>
                        <a:rPr lang="en-US" altLang="ko-KR" sz="1000" dirty="0" err="1" smtClean="0"/>
                        <a:t>github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3.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계정을 생성 및 기본 환경 설정할 수 있다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7700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1</a:t>
            </a:r>
            <a:r>
              <a:rPr lang="ko-KR" altLang="en-US" sz="1100" b="1" dirty="0" smtClean="0"/>
              <a:t>주차 포트폴리오 개요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9063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19134"/>
              </p:ext>
            </p:extLst>
          </p:nvPr>
        </p:nvGraphicFramePr>
        <p:xfrm>
          <a:off x="237478" y="403654"/>
          <a:ext cx="11702988" cy="452628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버전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version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사용자 이름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name ”</a:t>
                      </a:r>
                      <a:r>
                        <a:rPr lang="en-US" altLang="ko-KR" sz="1000" dirty="0" err="1" smtClean="0"/>
                        <a:t>youn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hosoo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사용자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e-mail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–global user email</a:t>
                      </a:r>
                      <a:r>
                        <a:rPr lang="en-US" altLang="ko-KR" sz="1000" baseline="0" dirty="0" smtClean="0"/>
                        <a:t> “hsy7401@naver.com”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설정 내용을 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점검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config</a:t>
                      </a:r>
                      <a:r>
                        <a:rPr lang="en-US" altLang="ko-KR" sz="1000" dirty="0" smtClean="0"/>
                        <a:t> –list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d:\my_repo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en-US" altLang="ko-KR" sz="1000" dirty="0" err="1" smtClean="0"/>
                        <a:t>init</a:t>
                      </a:r>
                      <a:r>
                        <a:rPr lang="en-US" altLang="ko-KR" sz="1000" dirty="0" smtClean="0"/>
                        <a:t> d:\my_repo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staging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저장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영역으로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상태정보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commit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status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처음으로 작성된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메시지를 포함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</a:t>
                      </a:r>
                      <a:r>
                        <a:rPr lang="en-US" altLang="ko-KR" sz="1000" baseline="0" dirty="0" smtClean="0"/>
                        <a:t> –m “</a:t>
                      </a:r>
                      <a:r>
                        <a:rPr lang="ko-KR" altLang="en-US" sz="1000" baseline="0" dirty="0" smtClean="0"/>
                        <a:t>처음으로 작성된 파일</a:t>
                      </a:r>
                      <a:r>
                        <a:rPr lang="en-US" altLang="ko-KR" sz="1000" baseline="0" dirty="0" smtClean="0"/>
                        <a:t>＂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변경사항 이력을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 -.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 매니저가 출근하면 쭉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훝어보며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상태 점검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–stat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 –</a:t>
                      </a:r>
                      <a:r>
                        <a:rPr lang="en-US" altLang="ko-KR" sz="1000" dirty="0" err="1" smtClean="0"/>
                        <a:t>oneline</a:t>
                      </a:r>
                      <a:r>
                        <a:rPr lang="en-US" altLang="ko-KR" sz="1000" dirty="0" smtClean="0"/>
                        <a:t> \\ log</a:t>
                      </a:r>
                      <a:r>
                        <a:rPr lang="ko-KR" altLang="en-US" sz="1000" dirty="0" smtClean="0"/>
                        <a:t>의 제목과 </a:t>
                      </a:r>
                      <a:r>
                        <a:rPr lang="ko-KR" altLang="en-US" sz="1000" dirty="0" err="1" smtClean="0"/>
                        <a:t>상태정보만</a:t>
                      </a:r>
                      <a:r>
                        <a:rPr lang="ko-KR" altLang="en-US" sz="1000" dirty="0" smtClean="0"/>
                        <a:t>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4643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실행한 파일을 원복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다른 경우로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최근한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한 파일을 원본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</a:t>
                      </a:r>
                      <a:endParaRPr lang="en-US" altLang="ko-KR" sz="1000" dirty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revert 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516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log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발생된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Fix #3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으로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–amend –m</a:t>
                      </a:r>
                      <a:r>
                        <a:rPr lang="en-US" altLang="ko-KR" sz="1000" baseline="0" dirty="0" smtClean="0"/>
                        <a:t> “Fix #3”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44902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revert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다르게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이력이 변경되도록 복원 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reset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297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2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6757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37478" y="403654"/>
          <a:ext cx="11702988" cy="4439920"/>
        </p:xfrm>
        <a:graphic>
          <a:graphicData uri="http://schemas.openxmlformats.org/drawingml/2006/table">
            <a:tbl>
              <a:tblPr/>
              <a:tblGrid>
                <a:gridCol w="5319943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83045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# 2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주차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디렉토리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초기화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정의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상태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추가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상태 점검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log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정보화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Mkdir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status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추가하고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수행하며 로그 메시지는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abc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</a:t>
                      </a:r>
                      <a:r>
                        <a:rPr lang="en-US" altLang="ko-KR" sz="1000" baseline="0" dirty="0" err="1" smtClean="0"/>
                        <a:t>abc</a:t>
                      </a:r>
                      <a:r>
                        <a:rPr lang="en-US" altLang="ko-KR" sz="1000" baseline="0" dirty="0" smtClean="0"/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</a:t>
                      </a:r>
                      <a:r>
                        <a:rPr lang="en-US" altLang="ko-KR" sz="1000" dirty="0" err="1" smtClean="0"/>
                        <a:t>hello_reop</a:t>
                      </a:r>
                      <a:r>
                        <a:rPr lang="en-US" altLang="ko-KR" sz="1000" dirty="0" smtClean="0"/>
                        <a:t> </a:t>
                      </a:r>
                      <a:r>
                        <a:rPr lang="ko-KR" altLang="en-US" sz="1000" dirty="0" smtClean="0"/>
                        <a:t>공간 생성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폴더를 초기화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이란 별칭으로 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와 연결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 원격 공간은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hello repo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이름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이름을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my_repo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init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 add origin </a:t>
                      </a:r>
                      <a:r>
                        <a:rPr lang="en-US" altLang="ko-KR" sz="1000" baseline="0" dirty="0" smtClean="0">
                          <a:hlinkClick r:id="rId2"/>
                        </a:rPr>
                        <a:t>https://github.com/trex99/hello </a:t>
                      </a:r>
                      <a:r>
                        <a:rPr lang="en-US" altLang="ko-KR" sz="1000" baseline="0" dirty="0" err="1" smtClean="0">
                          <a:hlinkClick r:id="rId2"/>
                        </a:rPr>
                        <a:t>repo.git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remote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파일을 던진다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–u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orgin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내용을 댕겨온다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</a:t>
                      </a:r>
                      <a:r>
                        <a:rPr lang="en-US" altLang="ko-KR" sz="1000" baseline="0" dirty="0" smtClean="0"/>
                        <a:t>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abc.txt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형태로 폴더를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‘first #1’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폴더에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이라는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hub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의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branch, main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로컬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 내용을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push(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복제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올리기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abc.txt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</a:t>
                      </a:r>
                      <a:r>
                        <a:rPr lang="en-US" altLang="ko-KR" sz="1000" baseline="0" dirty="0" smtClean="0"/>
                        <a:t> ‘first #1’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–M main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3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</a:t>
            </a:r>
            <a:r>
              <a:rPr lang="ko-KR" altLang="en-US" sz="1100" b="1" dirty="0" smtClean="0"/>
              <a:t>의 기본 사용법</a:t>
            </a:r>
            <a:r>
              <a:rPr lang="en-US" altLang="ko-KR" sz="1100" b="1" dirty="0" smtClean="0"/>
              <a:t>(2)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94280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49885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강의 목적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repository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를 생성 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확인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인식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https://github.com/younhosun/hello_repo.git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My_repo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README.md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/>
                        <a:t>Cd d:\my_repo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README.md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commit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“create README”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설정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-m "create README"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계정으로 생성된 원격지 주소로 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add origin https://github.com/younhosun/hello_repo.git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/>
                        <a:t>에러 확인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2500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오류를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피하기 위해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정보를 동기화 진행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가져와 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브랜치와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병합하는데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두 저장소의 이력이 완전히 달라도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공통 조상이 없어도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강제로 병합해라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pull origin main --allow-unrelated-histories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9213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Github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branch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구조 확인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–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만 있는 내용을 확인하고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신규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 main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을 생성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branch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8739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저장소의 변경 사항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내용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을 원격 저장소로 업로드하는데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저장소의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이름은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origin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으로 하며 로컬의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main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원격 저장소로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푸시하도록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선언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-u origin main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34855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README,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LICENSE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영역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(staging area)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올리도록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파일들을 저장소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(repository)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메시지는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"The initial commit of my project" 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프로젝트의 첫 번째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README </a:t>
                      </a:r>
                      <a:r>
                        <a:rPr lang="en-US" altLang="ko-KR" sz="1000" dirty="0" err="1" smtClean="0"/>
                        <a:t>test.rb</a:t>
                      </a:r>
                      <a:r>
                        <a:rPr lang="en-US" altLang="ko-KR" sz="1000" dirty="0" smtClean="0"/>
                        <a:t> LICENSE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 ‘The initial commit of my project＇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80099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이라는 새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생성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  <a:r>
                        <a:rPr lang="en-US" altLang="ko-KR" sz="1000" baseline="0" dirty="0" smtClean="0"/>
                        <a:t>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72841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방금 만든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testing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이동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testing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3807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test.rb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파일을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Vim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에디터로 열어서 수정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Vim </a:t>
                      </a:r>
                      <a:r>
                        <a:rPr lang="en-US" altLang="ko-KR" sz="1000" dirty="0" err="1" smtClean="0"/>
                        <a:t>test.rb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6313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변경된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(tracked)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파일들을 자동으로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add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해서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포함하며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메시지를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‘made a change’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–a –m ‘made a</a:t>
                      </a:r>
                      <a:r>
                        <a:rPr lang="en-US" altLang="ko-KR" sz="1000" baseline="0" dirty="0" smtClean="0"/>
                        <a:t> change’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96274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작업 로그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  <a:endParaRPr lang="ko-KR" alt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8232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1739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4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</a:t>
            </a:r>
            <a:r>
              <a:rPr lang="ko-KR" altLang="en-US" sz="1100" b="1" dirty="0" smtClean="0"/>
              <a:t>기본 사용법</a:t>
            </a:r>
            <a:r>
              <a:rPr lang="en-US" altLang="ko-KR" sz="1100" b="1" dirty="0" smtClean="0"/>
              <a:t>(1)</a:t>
            </a:r>
            <a:endParaRPr lang="ko-KR" altLang="en-US" sz="11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46355" y="5499435"/>
          <a:ext cx="11702988" cy="97536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작업</a:t>
                      </a:r>
                      <a:r>
                        <a:rPr lang="ko-KR" altLang="en-US" sz="1000" baseline="0" dirty="0" smtClean="0"/>
                        <a:t> 그룹을 </a:t>
                      </a:r>
                      <a:r>
                        <a:rPr lang="en-US" altLang="ko-KR" sz="1000" baseline="0" dirty="0" smtClean="0"/>
                        <a:t>merge </a:t>
                      </a:r>
                      <a:r>
                        <a:rPr lang="ko-KR" altLang="en-US" sz="1000" baseline="0" dirty="0" smtClean="0"/>
                        <a:t>하는 방법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받을 쪽”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“B”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이동한 후 수행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checkout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브랜치에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작업했던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변경 사항이 합쳐지도록 선언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merge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저장소에도 반영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B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6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191008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샘플 </a:t>
                      </a: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기능이 구현돼야 할 내용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2.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저장소별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설명 추가 또는 설명 없음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3. README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초기화 옵션 선택 또는 유지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4.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리포지토리에 파일 및 폴더 추가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5.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Gitignore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README.md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파일의 역할과 작성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6.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 및 폴더 구조 관리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7.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</a:rPr>
                        <a:t>리포지토리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 설정 변경 방법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설명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언어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라이선스 등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8. Collaborators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를 추가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프로젝트에 다른 사람 초대 방법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9. Branch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 및 관리 방법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21739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5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</a:t>
            </a:r>
            <a:r>
              <a:rPr lang="ko-KR" altLang="en-US" sz="1100" b="1" dirty="0" smtClean="0"/>
              <a:t>기본 사용법</a:t>
            </a:r>
            <a:r>
              <a:rPr lang="en-US" altLang="ko-KR" sz="1100" b="1" dirty="0" smtClean="0"/>
              <a:t>(2)</a:t>
            </a:r>
            <a:endParaRPr lang="ko-KR" altLang="en-US" sz="11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46355" y="2401128"/>
          <a:ext cx="11702988" cy="3307080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협업 기능 확인 및 이해 그리고 </a:t>
                      </a:r>
                      <a:r>
                        <a:rPr lang="en-US" altLang="ko-KR" sz="1000" dirty="0" smtClean="0"/>
                        <a:t>issues,</a:t>
                      </a:r>
                      <a:r>
                        <a:rPr lang="en-US" altLang="ko-KR" sz="1000" baseline="0" dirty="0" smtClean="0"/>
                        <a:t> Pull Requests </a:t>
                      </a:r>
                      <a:r>
                        <a:rPr lang="ko-KR" altLang="en-US" sz="1000" baseline="0" dirty="0" smtClean="0"/>
                        <a:t>기능 확인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Issues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는 질의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응답 게시판 기능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이슈는 바로 해결 필요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(risk)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는 발생 가능성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Pull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Requests 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endParaRPr lang="en-US" altLang="ko-KR" sz="10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7925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드라이브로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위치를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hello_repo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폴더로 이동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(remote)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보기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생성이름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로컬 저장소의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보기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d: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/>
                        <a:t>Cd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en-US" altLang="ko-KR" sz="1000" baseline="0" dirty="0" err="1" smtClean="0"/>
                        <a:t>hello_repo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–r 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 </a:t>
                      </a:r>
                      <a:r>
                        <a:rPr lang="en-US" altLang="ko-KR" sz="1000" dirty="0" err="1" smtClean="0"/>
                        <a:t>new_bir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465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이름을 강제로 변경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 이름 변경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다시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목록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브랜치의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이력 확인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 –M </a:t>
                      </a:r>
                      <a:r>
                        <a:rPr lang="en-US" altLang="ko-KR" sz="1000" baseline="0" dirty="0" err="1" smtClean="0"/>
                        <a:t>new_br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06397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새로 만든 또는 수정한 파일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(new_file.txt)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을스테이징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영역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(stage)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에 추가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스테이징된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파일을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커밋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기록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 - "add new file“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이라는 메시지 기록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</a:t>
                      </a:r>
                      <a:r>
                        <a:rPr lang="en-US" altLang="ko-KR" sz="1000" baseline="0" dirty="0" err="1" smtClean="0"/>
                        <a:t>new_file.text</a:t>
                      </a:r>
                      <a:endParaRPr lang="en-US" altLang="ko-KR" sz="1000" baseline="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“add new file”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33620"/>
                  </a:ext>
                </a:extLst>
              </a:tr>
              <a:tr h="163802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로컬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를원격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저장소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(origin)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의 동일한 이름의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푸시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업로드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).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즉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저장소에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브랜치를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새로 만듭니다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push origin </a:t>
                      </a:r>
                      <a:r>
                        <a:rPr lang="en-US" altLang="ko-KR" sz="1000" baseline="0" dirty="0" err="1" smtClean="0"/>
                        <a:t>new_br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103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12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46355" y="403653"/>
          <a:ext cx="11702988" cy="3010995"/>
        </p:xfrm>
        <a:graphic>
          <a:graphicData uri="http://schemas.openxmlformats.org/drawingml/2006/table">
            <a:tbl>
              <a:tblPr/>
              <a:tblGrid>
                <a:gridCol w="5337699">
                  <a:extLst>
                    <a:ext uri="{9D8B030D-6E8A-4147-A177-3AD203B41FA5}">
                      <a16:colId xmlns:a16="http://schemas.microsoft.com/office/drawing/2014/main" val="3726229691"/>
                    </a:ext>
                  </a:extLst>
                </a:gridCol>
                <a:gridCol w="6365289">
                  <a:extLst>
                    <a:ext uri="{9D8B030D-6E8A-4147-A177-3AD203B41FA5}">
                      <a16:colId xmlns:a16="http://schemas.microsoft.com/office/drawing/2014/main" val="132833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샘플 </a:t>
                      </a:r>
                      <a:r>
                        <a:rPr lang="en-US" altLang="ko-KR" sz="1000" dirty="0" err="1" smtClean="0"/>
                        <a:t>GitHUB</a:t>
                      </a:r>
                      <a:r>
                        <a:rPr lang="ko-KR" altLang="en-US" sz="1000" dirty="0" smtClean="0"/>
                        <a:t>에 기능이 구현돼야 할 내용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00"/>
                        </a:spcBef>
                      </a:pPr>
                      <a:r>
                        <a:rPr lang="ko-KR" altLang="en-US" sz="1000" dirty="0" smtClean="0"/>
                        <a:t>내용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6011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원격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확인하고 삭제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다시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 </a:t>
                      </a:r>
                      <a:r>
                        <a:rPr lang="ko-KR" altLang="en-US" sz="1000" dirty="0" err="1" smtClean="0">
                          <a:solidFill>
                            <a:srgbClr val="FF0000"/>
                          </a:solidFill>
                        </a:rPr>
                        <a:t>원격소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 내용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 origin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저장소를 원격 저장소에 저장 선언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–v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</a:t>
                      </a:r>
                      <a:r>
                        <a:rPr lang="en-US" altLang="ko-KR" sz="1000" dirty="0" err="1" smtClean="0"/>
                        <a:t>rm</a:t>
                      </a:r>
                      <a:r>
                        <a:rPr lang="en-US" altLang="ko-KR" sz="1000" dirty="0" smtClean="0"/>
                        <a:t> origin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remote –v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remote add origin https://github.com/trex99/new_repo.git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55160"/>
                  </a:ext>
                </a:extLst>
              </a:tr>
              <a:tr h="679275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저장소에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readme.md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Local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저장소에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commi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하며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add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readme.md file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메시지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기능으로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폴더의 내용을 원격 저장소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으로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push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add README.md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commit –m “add readme.md file”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–u origin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56760"/>
                  </a:ext>
                </a:extLst>
              </a:tr>
              <a:tr h="125376"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현재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HEAD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위치를 확인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</a:rPr>
                        <a:t>새로운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branch </a:t>
                      </a:r>
                      <a:r>
                        <a:rPr lang="en-US" altLang="ko-KR" sz="100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</a:rPr>
                        <a:t>HEAD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위치를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Branch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로 이동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Head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위치를 확인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새로운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new_br.txt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파일 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로컬 저장소를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commint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하며 메시지를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“add 3th file”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원격 저장소 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</a:rPr>
                        <a:t>new_br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</a:rPr>
                        <a:t>origin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</a:rPr>
                        <a:t>내용 업로드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 –M </a:t>
                      </a:r>
                      <a:r>
                        <a:rPr lang="en-US" altLang="ko-KR" sz="1000" dirty="0" err="1" smtClean="0"/>
                        <a:t>new_br</a:t>
                      </a:r>
                      <a:endParaRPr lang="en-US" altLang="ko-KR" sz="1000" dirty="0" smtClean="0"/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branch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baseline="0" dirty="0" smtClean="0"/>
                        <a:t> log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add new_br.txt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baseline="0" dirty="0" err="1" smtClean="0"/>
                        <a:t>Git</a:t>
                      </a:r>
                      <a:r>
                        <a:rPr lang="en-US" altLang="ko-KR" sz="1000" baseline="0" dirty="0" smtClean="0"/>
                        <a:t> commit –m “add 3th file”</a:t>
                      </a:r>
                    </a:p>
                    <a:p>
                      <a:pPr marL="0" indent="0" latinLnBrk="1">
                        <a:spcBef>
                          <a:spcPts val="200"/>
                        </a:spcBef>
                        <a:buNone/>
                      </a:pPr>
                      <a:r>
                        <a:rPr lang="en-US" altLang="ko-KR" sz="1000" dirty="0" err="1" smtClean="0"/>
                        <a:t>Git</a:t>
                      </a:r>
                      <a:r>
                        <a:rPr lang="en-US" altLang="ko-KR" sz="1000" dirty="0" smtClean="0"/>
                        <a:t> push origin </a:t>
                      </a:r>
                      <a:r>
                        <a:rPr lang="en-US" altLang="ko-KR" sz="1000" dirty="0" err="1" smtClean="0"/>
                        <a:t>new_br</a:t>
                      </a:r>
                      <a:endParaRPr lang="en-US" altLang="ko-KR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14338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142043"/>
            <a:ext cx="1963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# 6</a:t>
            </a:r>
            <a:r>
              <a:rPr lang="ko-KR" altLang="en-US" sz="1100" b="1" dirty="0" smtClean="0"/>
              <a:t>주차 </a:t>
            </a:r>
            <a:r>
              <a:rPr lang="en-US" altLang="ko-KR" sz="1100" b="1" dirty="0" err="1" smtClean="0"/>
              <a:t>Github</a:t>
            </a:r>
            <a:r>
              <a:rPr lang="en-US" altLang="ko-KR" sz="1100" b="1" dirty="0" smtClean="0"/>
              <a:t> Pages </a:t>
            </a:r>
            <a:r>
              <a:rPr lang="ko-KR" altLang="en-US" sz="1100" b="1" dirty="0" smtClean="0"/>
              <a:t>소개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48603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  <a:headEnd type="oval"/>
          <a:tailEnd type="triangle"/>
        </a:ln>
      </a:spPr>
      <a:bodyPr rtlCol="0" anchor="ctr"/>
      <a:lstStyle>
        <a:defPPr algn="ctr">
          <a:defRPr sz="10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08000" indent="-108000">
          <a:spcBef>
            <a:spcPts val="300"/>
          </a:spcBef>
          <a:buFont typeface="Arial" panose="020B0604020202020204" pitchFamily="34" charset="0"/>
          <a:buChar char="•"/>
          <a:defRPr sz="1000" dirty="0" err="1" smtClean="0">
            <a:solidFill>
              <a:srgbClr val="0000F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6348</TotalTime>
  <Words>1222</Words>
  <Application>Microsoft Office PowerPoint</Application>
  <PresentationFormat>와이드스크린</PresentationFormat>
  <Paragraphs>209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lang</dc:creator>
  <cp:lastModifiedBy>lang</cp:lastModifiedBy>
  <cp:revision>462</cp:revision>
  <dcterms:created xsi:type="dcterms:W3CDTF">2024-03-27T20:01:07Z</dcterms:created>
  <dcterms:modified xsi:type="dcterms:W3CDTF">2025-11-17T21:07:18Z</dcterms:modified>
</cp:coreProperties>
</file>