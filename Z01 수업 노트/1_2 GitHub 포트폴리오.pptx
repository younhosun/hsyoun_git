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3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7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95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35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75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41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4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5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30782-C3B9-406C-89A7-9569F8402BCE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1991"/>
              </p:ext>
            </p:extLst>
          </p:nvPr>
        </p:nvGraphicFramePr>
        <p:xfrm>
          <a:off x="237478" y="403654"/>
          <a:ext cx="11702988" cy="975360"/>
        </p:xfrm>
        <a:graphic>
          <a:graphicData uri="http://schemas.openxmlformats.org/drawingml/2006/table">
            <a:tbl>
              <a:tblPr/>
              <a:tblGrid>
                <a:gridCol w="345563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824735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버전관리가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무엇인가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최종 산출물까지 </a:t>
                      </a:r>
                      <a:r>
                        <a:rPr lang="ko-KR" altLang="en-US" sz="1000" dirty="0" err="1" smtClean="0"/>
                        <a:t>이를까지의</a:t>
                      </a:r>
                      <a:r>
                        <a:rPr lang="ko-KR" altLang="en-US" sz="1000" dirty="0" smtClean="0"/>
                        <a:t> 산출물들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기본 개념 및 그 차이점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버전 관리 기능의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그리고 그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ko-KR" altLang="en-US" sz="1000" dirty="0" smtClean="0"/>
                        <a:t>의 기능을 관리하는 기능의 </a:t>
                      </a:r>
                      <a:r>
                        <a:rPr lang="en-US" altLang="ko-KR" sz="1000" dirty="0" err="1" smtClean="0"/>
                        <a:t>github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3.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계정을 생성 및 기본 환경 설정할 수 있다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7700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1</a:t>
            </a:r>
            <a:r>
              <a:rPr lang="ko-KR" altLang="en-US" sz="1100" b="1" dirty="0" smtClean="0"/>
              <a:t>주차 포트폴리오 개요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9063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19134"/>
              </p:ext>
            </p:extLst>
          </p:nvPr>
        </p:nvGraphicFramePr>
        <p:xfrm>
          <a:off x="237478" y="403654"/>
          <a:ext cx="11702988" cy="452628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버전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version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사용자 이름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name ”</a:t>
                      </a:r>
                      <a:r>
                        <a:rPr lang="en-US" altLang="ko-KR" sz="1000" dirty="0" err="1" smtClean="0"/>
                        <a:t>youn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hosoo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사용자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e-mail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email</a:t>
                      </a:r>
                      <a:r>
                        <a:rPr lang="en-US" altLang="ko-KR" sz="1000" baseline="0" dirty="0" smtClean="0"/>
                        <a:t> “hsy7401@naver.com”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 내용을 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점검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–list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d:\my_repo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init</a:t>
                      </a:r>
                      <a:r>
                        <a:rPr lang="en-US" altLang="ko-KR" sz="1000" dirty="0" smtClean="0"/>
                        <a:t> d:\my_repo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staging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저장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commit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status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처음으로 작성된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메시지를 포함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</a:t>
                      </a:r>
                      <a:r>
                        <a:rPr lang="en-US" altLang="ko-KR" sz="1000" baseline="0" dirty="0" smtClean="0"/>
                        <a:t> –m “</a:t>
                      </a:r>
                      <a:r>
                        <a:rPr lang="ko-KR" altLang="en-US" sz="1000" baseline="0" dirty="0" smtClean="0"/>
                        <a:t>처음으로 작성된 파일</a:t>
                      </a:r>
                      <a:r>
                        <a:rPr lang="en-US" altLang="ko-KR" sz="1000" baseline="0" dirty="0" smtClean="0"/>
                        <a:t>＂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변경사항 이력을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 -.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 매니저가 출근하면 쭉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훝어보며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상태 점검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–stat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</a:t>
                      </a:r>
                      <a:r>
                        <a:rPr lang="en-US" altLang="ko-KR" sz="1000" dirty="0" err="1" smtClean="0"/>
                        <a:t>oneline</a:t>
                      </a:r>
                      <a:r>
                        <a:rPr lang="en-US" altLang="ko-KR" sz="1000" dirty="0" smtClean="0"/>
                        <a:t> \\ log</a:t>
                      </a:r>
                      <a:r>
                        <a:rPr lang="ko-KR" altLang="en-US" sz="1000" dirty="0" smtClean="0"/>
                        <a:t>의 제목과 </a:t>
                      </a:r>
                      <a:r>
                        <a:rPr lang="ko-KR" altLang="en-US" sz="1000" dirty="0" err="1" smtClean="0"/>
                        <a:t>상태정보만</a:t>
                      </a:r>
                      <a:r>
                        <a:rPr lang="ko-KR" altLang="en-US" sz="1000" dirty="0" smtClean="0"/>
                        <a:t>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4643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실행한 파일을 원복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다른 경우로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최근한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한 파일을 원본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</a:t>
                      </a:r>
                      <a:endParaRPr lang="en-US" altLang="ko-KR" sz="1000" dirty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 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516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log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발생된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Fix #3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으로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–amend –m</a:t>
                      </a:r>
                      <a:r>
                        <a:rPr lang="en-US" altLang="ko-KR" sz="1000" baseline="0" dirty="0" smtClean="0"/>
                        <a:t> “Fix #3”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44902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revert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다르게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이력이 변경되도록 복원 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reset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297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2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6757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  <a:headEnd type="oval"/>
          <a:tailEnd type="triangle"/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08000" indent="-108000">
          <a:spcBef>
            <a:spcPts val="300"/>
          </a:spcBef>
          <a:buFont typeface="Arial" panose="020B0604020202020204" pitchFamily="34" charset="0"/>
          <a:buChar char="•"/>
          <a:defRPr sz="1000" dirty="0" err="1" smtClean="0">
            <a:solidFill>
              <a:srgbClr val="0000F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6348</TotalTime>
  <Words>252</Words>
  <Application>Microsoft Office PowerPoint</Application>
  <PresentationFormat>와이드스크린</PresentationFormat>
  <Paragraphs>49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lang</dc:creator>
  <cp:lastModifiedBy>lang</cp:lastModifiedBy>
  <cp:revision>460</cp:revision>
  <dcterms:created xsi:type="dcterms:W3CDTF">2024-03-27T20:01:07Z</dcterms:created>
  <dcterms:modified xsi:type="dcterms:W3CDTF">2025-11-16T06:03:45Z</dcterms:modified>
</cp:coreProperties>
</file>